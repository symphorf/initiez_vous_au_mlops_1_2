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Neue Machina Ultra-Bold" charset="1" panose="00000900000000000000"/>
      <p:regular r:id="rId9"/>
    </p:embeddedFont>
    <p:embeddedFont>
      <p:font typeface="Canva Sans" charset="1" panose="020B0503030501040103"/>
      <p:regular r:id="rId10"/>
    </p:embeddedFont>
    <p:embeddedFont>
      <p:font typeface="Akzidenz-Grotesk" charset="1" panose="02000503030000020003"/>
      <p:regular r:id="rId11"/>
    </p:embeddedFont>
    <p:embeddedFont>
      <p:font typeface="Canva Sans Bold" charset="1" panose="020B0803030501040103"/>
      <p:regular r:id="rId12"/>
    </p:embeddedFont>
    <p:embeddedFont>
      <p:font typeface="Canva Sans Bold Italics" charset="1" panose="020B0803030501040103"/>
      <p:regular r:id="rId13"/>
    </p:embeddedFont>
    <p:embeddedFont>
      <p:font typeface="Canva Sans Italics" charset="1" panose="020B0503030501040103"/>
      <p:regular r:id="rId14"/>
    </p:embeddedFont>
    <p:embeddedFont>
      <p:font typeface="Agrandir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gif" Type="http://schemas.openxmlformats.org/officeDocument/2006/relationships/image"/><Relationship Id="rId3" Target="../media/image9.gif" Type="http://schemas.openxmlformats.org/officeDocument/2006/relationships/image"/><Relationship Id="rId4" Target="../media/image10.gif" Type="http://schemas.openxmlformats.org/officeDocument/2006/relationships/image"/><Relationship Id="rId5" Target="../media/image11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60485">
            <a:off x="12762198" y="4130102"/>
            <a:ext cx="6728545" cy="6403217"/>
          </a:xfrm>
          <a:custGeom>
            <a:avLst/>
            <a:gdLst/>
            <a:ahLst/>
            <a:cxnLst/>
            <a:rect r="r" b="b" t="t" l="l"/>
            <a:pathLst>
              <a:path h="6403217" w="6728545">
                <a:moveTo>
                  <a:pt x="0" y="0"/>
                </a:moveTo>
                <a:lnTo>
                  <a:pt x="6728545" y="0"/>
                </a:lnTo>
                <a:lnTo>
                  <a:pt x="6728545" y="6403217"/>
                </a:lnTo>
                <a:lnTo>
                  <a:pt x="0" y="6403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888" y="0"/>
            <a:ext cx="5349535" cy="10287000"/>
            <a:chOff x="0" y="0"/>
            <a:chExt cx="1016958" cy="19555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958" cy="1955581"/>
            </a:xfrm>
            <a:custGeom>
              <a:avLst/>
              <a:gdLst/>
              <a:ahLst/>
              <a:cxnLst/>
              <a:rect r="r" b="b" t="t" l="l"/>
              <a:pathLst>
                <a:path h="1955581" w="1016958">
                  <a:moveTo>
                    <a:pt x="0" y="0"/>
                  </a:moveTo>
                  <a:lnTo>
                    <a:pt x="1016958" y="0"/>
                  </a:lnTo>
                  <a:lnTo>
                    <a:pt x="1016958" y="1955581"/>
                  </a:lnTo>
                  <a:lnTo>
                    <a:pt x="0" y="1955581"/>
                  </a:lnTo>
                  <a:close/>
                </a:path>
              </a:pathLst>
            </a:custGeom>
            <a:blipFill>
              <a:blip r:embed="rId4"/>
              <a:stretch>
                <a:fillRect l="-14179" t="0" r="-14179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37340" y="3608344"/>
            <a:ext cx="13658988" cy="2441234"/>
            <a:chOff x="0" y="0"/>
            <a:chExt cx="3176449" cy="5677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6449" cy="567718"/>
            </a:xfrm>
            <a:custGeom>
              <a:avLst/>
              <a:gdLst/>
              <a:ahLst/>
              <a:cxnLst/>
              <a:rect r="r" b="b" t="t" l="l"/>
              <a:pathLst>
                <a:path h="567718" w="3176449">
                  <a:moveTo>
                    <a:pt x="0" y="0"/>
                  </a:moveTo>
                  <a:lnTo>
                    <a:pt x="3176449" y="0"/>
                  </a:lnTo>
                  <a:lnTo>
                    <a:pt x="3176449" y="567718"/>
                  </a:lnTo>
                  <a:lnTo>
                    <a:pt x="0" y="567718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6449" cy="605818"/>
            </a:xfrm>
            <a:prstGeom prst="rect">
              <a:avLst/>
            </a:prstGeom>
          </p:spPr>
          <p:txBody>
            <a:bodyPr anchor="ctr" rtlCol="false" tIns="57533" lIns="57533" bIns="57533" rIns="57533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206933">
            <a:off x="-4984565" y="1515579"/>
            <a:ext cx="11239071" cy="9067998"/>
          </a:xfrm>
          <a:custGeom>
            <a:avLst/>
            <a:gdLst/>
            <a:ahLst/>
            <a:cxnLst/>
            <a:rect r="r" b="b" t="t" l="l"/>
            <a:pathLst>
              <a:path h="9067998" w="11239071">
                <a:moveTo>
                  <a:pt x="0" y="0"/>
                </a:moveTo>
                <a:lnTo>
                  <a:pt x="11239072" y="0"/>
                </a:lnTo>
                <a:lnTo>
                  <a:pt x="11239072" y="9067998"/>
                </a:lnTo>
                <a:lnTo>
                  <a:pt x="0" y="9067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95773" y="4206287"/>
            <a:ext cx="13294274" cy="142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8"/>
              </a:lnSpc>
            </a:pPr>
            <a:r>
              <a:rPr lang="en-US" b="true" sz="5338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CONFIRMEZ VOS COMPÉTENCES EN MLOPS (PARTIE 2/2)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5204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17918" cy="2459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053910" y="877443"/>
            <a:ext cx="681958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b="true" sz="350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ÉTAPES DE PRÉSENTATION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203120" y="2885998"/>
            <a:ext cx="420879" cy="487502"/>
            <a:chOff x="0" y="0"/>
            <a:chExt cx="561172" cy="65000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61172" cy="559944"/>
              <a:chOff x="0" y="0"/>
              <a:chExt cx="900098" cy="89812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900098" cy="898127"/>
              </a:xfrm>
              <a:custGeom>
                <a:avLst/>
                <a:gdLst/>
                <a:ahLst/>
                <a:cxnLst/>
                <a:rect r="r" b="b" t="t" l="l"/>
                <a:pathLst>
                  <a:path h="898127" w="900098">
                    <a:moveTo>
                      <a:pt x="450049" y="0"/>
                    </a:moveTo>
                    <a:cubicBezTo>
                      <a:pt x="201494" y="0"/>
                      <a:pt x="0" y="201053"/>
                      <a:pt x="0" y="449064"/>
                    </a:cubicBezTo>
                    <a:cubicBezTo>
                      <a:pt x="0" y="697075"/>
                      <a:pt x="201494" y="898127"/>
                      <a:pt x="450049" y="898127"/>
                    </a:cubicBezTo>
                    <a:cubicBezTo>
                      <a:pt x="698604" y="898127"/>
                      <a:pt x="900098" y="697075"/>
                      <a:pt x="900098" y="449064"/>
                    </a:cubicBezTo>
                    <a:cubicBezTo>
                      <a:pt x="900098" y="20105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84384" y="7999"/>
                <a:ext cx="731330" cy="8059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39995" y="-83423"/>
              <a:ext cx="281183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I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193595" y="3559746"/>
            <a:ext cx="229791" cy="5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2"/>
              </a:lnSpc>
            </a:pPr>
            <a:r>
              <a:rPr lang="en-US" sz="3101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1934702">
            <a:off x="-725252" y="-250483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8" y="0"/>
                </a:lnTo>
                <a:lnTo>
                  <a:pt x="5211798" y="3621356"/>
                </a:lnTo>
                <a:lnTo>
                  <a:pt x="0" y="362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209490" y="5286897"/>
            <a:ext cx="404984" cy="486357"/>
            <a:chOff x="0" y="0"/>
            <a:chExt cx="539979" cy="64847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39979" cy="538797"/>
              <a:chOff x="0" y="0"/>
              <a:chExt cx="900098" cy="89812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00098" cy="898127"/>
              </a:xfrm>
              <a:custGeom>
                <a:avLst/>
                <a:gdLst/>
                <a:ahLst/>
                <a:cxnLst/>
                <a:rect r="r" b="b" t="t" l="l"/>
                <a:pathLst>
                  <a:path h="898127" w="900098">
                    <a:moveTo>
                      <a:pt x="450049" y="0"/>
                    </a:moveTo>
                    <a:cubicBezTo>
                      <a:pt x="201494" y="0"/>
                      <a:pt x="0" y="201053"/>
                      <a:pt x="0" y="449064"/>
                    </a:cubicBezTo>
                    <a:cubicBezTo>
                      <a:pt x="0" y="697075"/>
                      <a:pt x="201494" y="898127"/>
                      <a:pt x="450049" y="898127"/>
                    </a:cubicBezTo>
                    <a:cubicBezTo>
                      <a:pt x="698604" y="898127"/>
                      <a:pt x="900098" y="697075"/>
                      <a:pt x="900098" y="449064"/>
                    </a:cubicBezTo>
                    <a:cubicBezTo>
                      <a:pt x="900098" y="20105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84384" y="-11051"/>
                <a:ext cx="731330" cy="8249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34708" y="-75424"/>
              <a:ext cx="270564" cy="723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II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749622" y="2878650"/>
            <a:ext cx="7788677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FONCTIONNEMENT DU PIPELINE CI/DD ET DOCKER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50070" y="5275490"/>
            <a:ext cx="7581818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ANALYSE DES DONNÉES ET OPTIMISATIONS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53764" y="3312991"/>
            <a:ext cx="5172225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A- Présentation du repo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53764" y="3747331"/>
            <a:ext cx="5993733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B- Démonstration d’un push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36885" y="5703194"/>
            <a:ext cx="7303183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A- Rapport de drifts (html)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36885" y="6118485"/>
            <a:ext cx="7872337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B- Lancement Profilage de l’app et optimisation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53764" y="4136598"/>
            <a:ext cx="6946284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C- Dockerisation et test de l’app via FastAPI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8686839">
            <a:off x="14105523" y="6796489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7" y="0"/>
                </a:lnTo>
                <a:lnTo>
                  <a:pt x="5211797" y="3621355"/>
                </a:lnTo>
                <a:lnTo>
                  <a:pt x="0" y="36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193595" y="8098311"/>
            <a:ext cx="8986432" cy="81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NB :</a:t>
            </a:r>
            <a:r>
              <a:rPr lang="en-US" sz="23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Cette présentation se fait entièrement sur les interfaces de démonstration (Github, Docker, HuggingFace, FastAPI...)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27360" y="6552826"/>
            <a:ext cx="6872688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C- Démonstration HuggingFace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08490" y="1820146"/>
            <a:ext cx="6518284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 :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946898" y="1831847"/>
            <a:ext cx="5172225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Contexte de la mission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953764" y="4570939"/>
            <a:ext cx="7955458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D- Vérification de la collecte des données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4911263" y="4219178"/>
            <a:ext cx="8465475" cy="1848644"/>
            <a:chOff x="0" y="0"/>
            <a:chExt cx="11287299" cy="246485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0"/>
              <a:ext cx="11287299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Thank you!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19487"/>
              <a:ext cx="11287299" cy="645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25000"/>
          </a:blip>
          <a:srcRect l="0" t="0" r="0" b="0"/>
          <a:stretch>
            <a:fillRect/>
          </a:stretch>
        </p:blipFill>
        <p:spPr>
          <a:xfrm flipH="false" flipV="false" rot="-3435299">
            <a:off x="-3167656" y="638455"/>
            <a:ext cx="6335313" cy="7076795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DAG2Ridhe0k</dc:identifier>
  <dcterms:modified xsi:type="dcterms:W3CDTF">2011-08-01T06:04:30Z</dcterms:modified>
  <cp:revision>1</cp:revision>
  <dc:title>Copy of Fonkou_Symphor_3_présentation_052025</dc:title>
</cp:coreProperties>
</file>